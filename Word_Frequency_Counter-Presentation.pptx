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202F7-B9FC-C251-4457-630B90EAB29B}" v="216" dt="2025-12-09T18:32:13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7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6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0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2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2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0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9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8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20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306F4D-625B-6B57-FAD5-CC0F6156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8" t="31820" r="3227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Word Frequency Counter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/>
              <a:t>By </a:t>
            </a:r>
            <a:r>
              <a:rPr lang="en-US" sz="1800" dirty="0" err="1"/>
              <a:t>Eleasia</a:t>
            </a:r>
            <a:r>
              <a:rPr lang="en-US" sz="1800" dirty="0"/>
              <a:t> Woolridge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C79C-5657-4F31-613A-A8851EAA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does and 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8CE1D-6193-148B-74BA-9FB8360BDF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Arial"/>
              <a:ea typeface="Calibri"/>
              <a:cs typeface="Arial"/>
            </a:endParaRPr>
          </a:p>
          <a:p>
            <a:r>
              <a:rPr lang="en-US" dirty="0"/>
              <a:t>Loads a  .txt file and counts word </a:t>
            </a:r>
            <a:r>
              <a:rPr lang="en-US"/>
              <a:t>frequencies</a:t>
            </a:r>
          </a:p>
          <a:p>
            <a:r>
              <a:rPr lang="en-US" dirty="0"/>
              <a:t>Shows top 10 words with counts in a GUI textbox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F7856-5C99-508E-BFA0-9516454924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Tkinter</a:t>
            </a:r>
            <a:r>
              <a:rPr lang="en-US" dirty="0"/>
              <a:t> window: Title, Text area, 'Open a text file' button</a:t>
            </a:r>
          </a:p>
          <a:p>
            <a:r>
              <a:rPr lang="en-US" dirty="0"/>
              <a:t>Select .txt via </a:t>
            </a:r>
            <a:r>
              <a:rPr lang="en-US" err="1"/>
              <a:t>filedialog</a:t>
            </a:r>
            <a:r>
              <a:rPr lang="en-US" dirty="0"/>
              <a:t>; errors via </a:t>
            </a:r>
            <a:r>
              <a:rPr lang="en-US" err="1"/>
              <a:t>messagebox</a:t>
            </a:r>
            <a:endParaRPr lang="en-US" dirty="0" err="1"/>
          </a:p>
          <a:p>
            <a:r>
              <a:rPr lang="en-US" dirty="0"/>
              <a:t>Uses Counter from collections package to get top 10 most common words</a:t>
            </a:r>
          </a:p>
          <a:p>
            <a:r>
              <a:rPr lang="en-US" dirty="0"/>
              <a:t>Write results to text widget.</a:t>
            </a:r>
          </a:p>
        </p:txBody>
      </p:sp>
    </p:spTree>
    <p:extLst>
      <p:ext uri="{BB962C8B-B14F-4D97-AF65-F5344CB8AC3E}">
        <p14:creationId xmlns:p14="http://schemas.microsoft.com/office/powerpoint/2010/main" val="127795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8682-8942-3E3E-B266-443DCFFB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Code Snippet: GUI Setup</a:t>
            </a:r>
            <a:endParaRPr lang="en-US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A490BF-4AAE-2191-C299-F7BA9B1BB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74" y="1717728"/>
            <a:ext cx="7375445" cy="42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1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EEBD-49BF-D58D-33DA-EA1C2F5E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Code Snippet: File Open &amp; Error Handling</a:t>
            </a:r>
            <a:endParaRPr lang="en-US" dirty="0"/>
          </a:p>
        </p:txBody>
      </p:sp>
      <p:pic>
        <p:nvPicPr>
          <p:cNvPr id="4" name="Content Placeholder 3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30AAF906-806D-2C2A-912F-33A8DC23C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74" y="1829786"/>
            <a:ext cx="6478975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15CF-73B4-DC3D-773D-DBF4344F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Code Snippet: Counting Logic</a:t>
            </a:r>
            <a:endParaRPr lang="en-US" dirty="0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54B9BA2-75CD-D99A-2366-F96294379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74" y="1840992"/>
            <a:ext cx="7958151" cy="45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5830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Word Frequency Counter</vt:lpstr>
      <vt:lpstr>What it does and how it works</vt:lpstr>
      <vt:lpstr>Code Snippet: GUI Setup</vt:lpstr>
      <vt:lpstr>Code Snippet: File Open &amp; Error Handling</vt:lpstr>
      <vt:lpstr>Code Snippet: Counting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</cp:revision>
  <dcterms:created xsi:type="dcterms:W3CDTF">2025-12-09T08:28:03Z</dcterms:created>
  <dcterms:modified xsi:type="dcterms:W3CDTF">2025-12-09T19:09:42Z</dcterms:modified>
</cp:coreProperties>
</file>