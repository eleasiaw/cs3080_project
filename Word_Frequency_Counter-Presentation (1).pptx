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0" r:id="rId3"/>
    <p:sldId id="257" r:id="rId4"/>
    <p:sldId id="259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202F7-B9FC-C251-4457-630B90EAB29B}" v="216" dt="2025-12-09T18:32:13.140"/>
    <p1510:client id="{D99A8532-2B36-0A53-EF50-17FFD1B28D35}" v="19" dt="2025-12-10T00:21:13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7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26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0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2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2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07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114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96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02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8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67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20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306F4D-625B-6B57-FAD5-CC0F61568F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58" t="31820" r="3227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8027544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400" dirty="0">
                <a:latin typeface="Calibri"/>
                <a:ea typeface="Calibri"/>
                <a:cs typeface="Calibri"/>
              </a:rPr>
              <a:t>Word Frequency Counter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47585" y="5715000"/>
            <a:ext cx="3630168" cy="960120"/>
          </a:xfrm>
        </p:spPr>
        <p:txBody>
          <a:bodyPr anchor="ctr">
            <a:normAutofit/>
          </a:bodyPr>
          <a:lstStyle/>
          <a:p>
            <a:pPr algn="r"/>
            <a:r>
              <a:rPr lang="en-US" sz="1800" dirty="0"/>
              <a:t>By </a:t>
            </a:r>
            <a:r>
              <a:rPr lang="en-US" sz="1800" dirty="0" err="1"/>
              <a:t>Eleasia</a:t>
            </a:r>
            <a:r>
              <a:rPr lang="en-US" sz="1800" dirty="0"/>
              <a:t> Woolridge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C79C-5657-4F31-613A-A8851EAA2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it does and 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8CE1D-6193-148B-74BA-9FB8360BDF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latin typeface="Arial"/>
              <a:ea typeface="Calibri"/>
              <a:cs typeface="Arial"/>
            </a:endParaRPr>
          </a:p>
          <a:p>
            <a:r>
              <a:rPr lang="en-US" dirty="0"/>
              <a:t>Loads a  .txt file and counts word </a:t>
            </a:r>
            <a:r>
              <a:rPr lang="en-US"/>
              <a:t>frequencies</a:t>
            </a:r>
          </a:p>
          <a:p>
            <a:r>
              <a:rPr lang="en-US" dirty="0"/>
              <a:t>Shows top 10 words with counts in a GUI textbox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F7856-5C99-508E-BFA0-9516454924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Tkinter</a:t>
            </a:r>
            <a:r>
              <a:rPr lang="en-US" dirty="0"/>
              <a:t> window: Title, Text area, 'Open a text file' button</a:t>
            </a:r>
          </a:p>
          <a:p>
            <a:r>
              <a:rPr lang="en-US" dirty="0"/>
              <a:t>Select .txt via </a:t>
            </a:r>
            <a:r>
              <a:rPr lang="en-US" err="1"/>
              <a:t>filedialog</a:t>
            </a:r>
            <a:r>
              <a:rPr lang="en-US" dirty="0"/>
              <a:t>; errors via </a:t>
            </a:r>
            <a:r>
              <a:rPr lang="en-US" err="1"/>
              <a:t>messagebox</a:t>
            </a:r>
            <a:endParaRPr lang="en-US" dirty="0" err="1"/>
          </a:p>
          <a:p>
            <a:r>
              <a:rPr lang="en-US" dirty="0"/>
              <a:t>Uses Counter from collections package to get top 10 most common words</a:t>
            </a:r>
          </a:p>
          <a:p>
            <a:r>
              <a:rPr lang="en-US" dirty="0"/>
              <a:t>Write results to text widget.</a:t>
            </a:r>
          </a:p>
        </p:txBody>
      </p:sp>
    </p:spTree>
    <p:extLst>
      <p:ext uri="{BB962C8B-B14F-4D97-AF65-F5344CB8AC3E}">
        <p14:creationId xmlns:p14="http://schemas.microsoft.com/office/powerpoint/2010/main" val="1277950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18682-8942-3E3E-B266-443DCFFB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770" y="5852162"/>
            <a:ext cx="5965190" cy="7468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Code Snippet: GUI Setup</a:t>
            </a:r>
            <a:endParaRPr lang="en-US" dirty="0"/>
          </a:p>
        </p:txBody>
      </p:sp>
      <p:pic>
        <p:nvPicPr>
          <p:cNvPr id="6" name="Content Placeholder 5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4A68A14C-6B6C-93BD-2810-AE861A6F6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623" y="255725"/>
            <a:ext cx="11076342" cy="5358354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311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09EEBD-49BF-D58D-33DA-EA1C2F5E9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9" y="914400"/>
            <a:ext cx="3453844" cy="146304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latin typeface="Calibri"/>
                <a:ea typeface="Calibri"/>
                <a:cs typeface="Calibri"/>
              </a:rPr>
              <a:t>Code Snippet: File Open &amp; Error Handling</a:t>
            </a:r>
            <a:endParaRPr lang="en-US" sz="31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7C10D4C-8DED-200E-3237-3345F3F2A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A5F6CE0-8DC0-00B1-C310-03D3F654C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2022" y="1014984"/>
            <a:ext cx="6614593" cy="1362456"/>
          </a:xfrm>
        </p:spPr>
        <p:txBody>
          <a:bodyPr anchor="t">
            <a:normAutofit/>
          </a:bodyPr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F7F80F-9EDD-0EEA-B6D7-E116EBA4F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2497143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6AC5575-1921-946B-C279-AD3B351A71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07" r="37247" b="1"/>
          <a:stretch>
            <a:fillRect/>
          </a:stretch>
        </p:blipFill>
        <p:spPr>
          <a:xfrm>
            <a:off x="20" y="2863970"/>
            <a:ext cx="12191980" cy="399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1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F15CF-73B4-DC3D-773D-DBF4344F2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4702835"/>
            <a:ext cx="10801350" cy="9787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Code Snippet: Counting Logic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5508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7A4DB721-20CF-8B45-DFE8-7091EF322A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1082" b="1"/>
          <a:stretch>
            <a:fillRect/>
          </a:stretch>
        </p:blipFill>
        <p:spPr>
          <a:xfrm>
            <a:off x="800100" y="712915"/>
            <a:ext cx="10591800" cy="384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58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1A8C4F8-261C-7C98-9585-431358419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2D65DB-EEA0-F09F-A0A6-9BE9E9D70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7467600" cy="39137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/>
              <a:t>Demo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AFE2CA-5B3A-141B-BA1D-064BC79E6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89125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ChronicleVTI</vt:lpstr>
      <vt:lpstr>Word Frequency Counter</vt:lpstr>
      <vt:lpstr>What it does and how it works</vt:lpstr>
      <vt:lpstr>Code Snippet: GUI Setup</vt:lpstr>
      <vt:lpstr>Code Snippet: File Open &amp; Error Handling</vt:lpstr>
      <vt:lpstr>Code Snippet: Counting Logic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89</cp:revision>
  <dcterms:created xsi:type="dcterms:W3CDTF">2025-12-09T08:28:03Z</dcterms:created>
  <dcterms:modified xsi:type="dcterms:W3CDTF">2025-12-10T00:21:41Z</dcterms:modified>
</cp:coreProperties>
</file>